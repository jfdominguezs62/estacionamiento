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816BE-2032-3581-D3D6-2FE892241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74C2B6-BEA4-4493-2594-EE72D12DB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9E46F-C115-F25A-9170-840D779F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F9A34-0C28-0613-44E2-DB445638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6F2AD8-857E-2750-C9CF-4B07782B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090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2F306-18D6-8067-4592-236E777F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DB467D-C0DA-0C52-24B9-E091E3DF7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3B6B7-1BAF-4691-E384-DE1E2351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FEA619-0575-3CBE-B2F8-3FE62FB1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085F64-2FFF-EF85-D6E7-EADB294E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6765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F5E62-ED37-9C79-353C-91A7DD7A1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C364E-21C6-F29C-B2D8-F0931FEF2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245CC3-E779-AF48-4617-371E6304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B8739B-37EB-2E40-4F35-2350B752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18A4FF-EA39-3518-016F-21E16690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3245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B003C-628F-A4AA-1AE7-4D32D3EF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F2460-782E-1443-269A-89A86D432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AB5589-A803-1501-F940-8DB66C82E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B094EA-71BE-5C6E-ACCA-BD0B58AB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D3B5DB-C885-7E8E-3C43-44A58DABC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F4E68D-0275-5891-6220-7D9EDB29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667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FA1A5-F260-C09B-050A-143EA4DF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934ABA-48A1-A09F-94B2-53942E728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4AE93C-310F-9833-9635-ECBE29488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6626D7-A91C-127C-B79A-C67F1249A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3230D8-248C-43A5-1127-1626C3A78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9DD32C-5F76-390B-DEB9-54D3D103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E0F8E4-8191-8C32-7EE4-522936F11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33F6EC-D662-31AF-9826-5314B30C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5178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18E69-F426-A900-2D4E-74CFD08B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255A20-3DC4-5E6D-29A7-C8229644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E1FF42-A18C-D142-D873-253A0D61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DF1AC4-E162-0DF9-2982-7BBF0BBC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9582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A63B92-7103-7460-6EBA-35F83B45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D18AD7-9CBB-EC66-D0C3-8023C0B8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3E44BB-B216-B2A8-4748-D1D741FB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0061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1C012-6BCE-D719-60DC-A7BB62C65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ACA3F4-DD25-4CC7-05C9-B663656A5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41199A-574E-8EA0-F45A-392DB3210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449646-3317-0B0B-1701-80361577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838A54-A529-4739-BEAC-EE47919D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164BEA-DAE4-133B-DC25-CEDDD793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8111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EF20A-98D4-1C57-FFE7-66E5F2A2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DB30E6-5CD7-DD12-8D3F-6250D9386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0B6D26-02AB-A488-A9D0-91FB060F8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3DA186-D4C7-3647-EFAD-F8345F66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0CA46F-FEB5-E041-0596-F80C8F92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8079E9-24B6-6D70-6568-FC5DF4D9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6976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CFA67-79CF-5CBA-F91D-E9B7F952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A32131-3B8F-F5CC-51DD-D81E0D0A0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9CE8A2-CB80-3792-80F1-8C7841426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96656D-8A69-5BE6-18D0-5A4A58FA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A40EFE-B8BD-62EC-530A-48969A66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0782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FB4D31-1115-706F-128B-AA613CCAE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4BE43D-3C75-2666-B98B-B44412E94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1252EF-66E8-EA3C-B1CF-A96EBE6D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EAC25-1935-9283-1278-86D8E6C6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F2492-FB53-5AEE-28B6-3649055A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8384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B69413-C4FD-A488-02A1-B750F39C6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649B03-EC37-1FD4-30CF-FB41B15F6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8FCAE6-7DD6-1588-CB77-435A65BE3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0375-C001-4570-B6EE-EA9FE5CCBBD7}" type="datetimeFigureOut">
              <a:rPr lang="es-419" smtClean="0"/>
              <a:t>1/8/2026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995AE-DA3C-F760-FE22-8630DC97D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080EC7-1C26-6410-1BC8-0D85EE0A9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569C7-1555-45C8-83C1-814BCAF115B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757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8FA7B0D-D53C-5B5B-CA83-3EF45091C51B}"/>
              </a:ext>
            </a:extLst>
          </p:cNvPr>
          <p:cNvSpPr/>
          <p:nvPr/>
        </p:nvSpPr>
        <p:spPr>
          <a:xfrm>
            <a:off x="1073020" y="326570"/>
            <a:ext cx="10347649" cy="63448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87CA0E-BF0E-4095-5E81-3A3C05C66EEB}"/>
              </a:ext>
            </a:extLst>
          </p:cNvPr>
          <p:cNvSpPr/>
          <p:nvPr/>
        </p:nvSpPr>
        <p:spPr>
          <a:xfrm>
            <a:off x="6475445" y="6363478"/>
            <a:ext cx="2453951" cy="419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DC72E8-E40A-46EB-51DE-67B461D8AF14}"/>
              </a:ext>
            </a:extLst>
          </p:cNvPr>
          <p:cNvSpPr/>
          <p:nvPr/>
        </p:nvSpPr>
        <p:spPr>
          <a:xfrm>
            <a:off x="8647145" y="411907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1DDE712-5DCA-8953-E0C6-BCD6AC8D5381}"/>
              </a:ext>
            </a:extLst>
          </p:cNvPr>
          <p:cNvSpPr/>
          <p:nvPr/>
        </p:nvSpPr>
        <p:spPr>
          <a:xfrm>
            <a:off x="8647145" y="1445778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1AE9BB1-494B-02A8-FD97-8480F689502D}"/>
              </a:ext>
            </a:extLst>
          </p:cNvPr>
          <p:cNvSpPr/>
          <p:nvPr/>
        </p:nvSpPr>
        <p:spPr>
          <a:xfrm>
            <a:off x="8647145" y="3513520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3342CFE-CEB3-13CF-035F-AC93041E2649}"/>
              </a:ext>
            </a:extLst>
          </p:cNvPr>
          <p:cNvSpPr/>
          <p:nvPr/>
        </p:nvSpPr>
        <p:spPr>
          <a:xfrm>
            <a:off x="8647145" y="4547391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BB1CE8A-627C-71C5-92F8-CA6EC81C4C54}"/>
              </a:ext>
            </a:extLst>
          </p:cNvPr>
          <p:cNvSpPr/>
          <p:nvPr/>
        </p:nvSpPr>
        <p:spPr>
          <a:xfrm>
            <a:off x="8647145" y="5581262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13FA96-7378-C364-F696-493987B72C28}"/>
              </a:ext>
            </a:extLst>
          </p:cNvPr>
          <p:cNvSpPr/>
          <p:nvPr/>
        </p:nvSpPr>
        <p:spPr>
          <a:xfrm>
            <a:off x="8647145" y="2479649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503F29A-7F2E-17B6-CB95-A5C139F28762}"/>
              </a:ext>
            </a:extLst>
          </p:cNvPr>
          <p:cNvSpPr/>
          <p:nvPr/>
        </p:nvSpPr>
        <p:spPr>
          <a:xfrm>
            <a:off x="1151553" y="401216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666B07C-7EC1-BE13-6652-D827D7F4AAEA}"/>
              </a:ext>
            </a:extLst>
          </p:cNvPr>
          <p:cNvSpPr/>
          <p:nvPr/>
        </p:nvSpPr>
        <p:spPr>
          <a:xfrm>
            <a:off x="1151553" y="1435087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9D201BD-F394-75E7-A0DC-8FEDDAB6D536}"/>
              </a:ext>
            </a:extLst>
          </p:cNvPr>
          <p:cNvSpPr/>
          <p:nvPr/>
        </p:nvSpPr>
        <p:spPr>
          <a:xfrm>
            <a:off x="1151553" y="3502829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D6DB5E7-25F5-2B0A-A3EC-FB903C5D3068}"/>
              </a:ext>
            </a:extLst>
          </p:cNvPr>
          <p:cNvSpPr/>
          <p:nvPr/>
        </p:nvSpPr>
        <p:spPr>
          <a:xfrm>
            <a:off x="1151553" y="4536700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2810C1E-B8B7-E74E-81E0-2747DE5EBD38}"/>
              </a:ext>
            </a:extLst>
          </p:cNvPr>
          <p:cNvSpPr/>
          <p:nvPr/>
        </p:nvSpPr>
        <p:spPr>
          <a:xfrm>
            <a:off x="1151553" y="5570571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93EFB2C-53A5-4F0B-6D43-51F2490A353C}"/>
              </a:ext>
            </a:extLst>
          </p:cNvPr>
          <p:cNvSpPr/>
          <p:nvPr/>
        </p:nvSpPr>
        <p:spPr>
          <a:xfrm>
            <a:off x="1151553" y="2468958"/>
            <a:ext cx="2622680" cy="960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490072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Soporte Adm</dc:creator>
  <cp:lastModifiedBy>Soporte Adm</cp:lastModifiedBy>
  <cp:revision>1</cp:revision>
  <dcterms:created xsi:type="dcterms:W3CDTF">2026-08-01T23:01:51Z</dcterms:created>
  <dcterms:modified xsi:type="dcterms:W3CDTF">2026-08-01T23:04:21Z</dcterms:modified>
</cp:coreProperties>
</file>